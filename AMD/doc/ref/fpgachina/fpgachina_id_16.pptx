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720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9918D3-E7A9-00E4-6846-A5D771229412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778396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 telescopes use wireless radio reception, measurement, and analysis of celestial radio signals to explore the radio window of celestial bodies after the optical window.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typical radio telescope system consists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antenna system, a receiver analog front-end system, a data processing and recording system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Most of the current receiver systems have the capability of accumulate integration, FFT transformation, and correlation calculation, but cannot retain the raw data of the radio signals, Lost a lot of temporal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Signal acquisition, High-performance ADC (Analog-to-Digital Converter)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Data transmitting, SERDES (Serializer/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Deserializer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Interface with GTX for 10G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linerate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Data storing, Dedicated server with disk array and RNIC support.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885" y="259715"/>
            <a:ext cx="6789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Font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 Size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986520" y="2263140"/>
            <a:ext cx="3094990" cy="9081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completed work has verified the architecture of using a high-performance ADC (Analog-to-Digital Converter) to acquire multiple beams from a radio reception antenna.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system is composed of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independent components, with a flexible and highly scalable architecture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. It is based on FPGA's logic programmability and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serdes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technology support, which enables it to meet higher performance requirements.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88456" y="504037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88" y="721064"/>
            <a:ext cx="2111325" cy="11876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44560" y="4236085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SFP+ interface is driven directly by GTX, can be programmed by users to support various communication protocols. This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high degree of programmability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ensures maximum compatibility with both existing and future communication devices, thereby reducing the cost of device deployment and iterative updates.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Raw data storage requires a significant amount of storage bandwidth.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limitations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of current storage devices necessitate the need to build disk arrays that can support high-bandwidth data storage. </a:t>
            </a:r>
          </a:p>
        </p:txBody>
      </p:sp>
      <p:pic>
        <p:nvPicPr>
          <p:cNvPr id="8" name="图片 7" descr="introduc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1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E5277B45-CC04-B3E9-8F3B-6EAE9CA17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24" name="矩形: 圆角 10">
            <a:extLst>
              <a:ext uri="{FF2B5EF4-FFF2-40B4-BE49-F238E27FC236}">
                <a16:creationId xmlns:a16="http://schemas.microsoft.com/office/drawing/2014/main" id="{4137E1DC-4316-A8F5-0110-E72BC587D46B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High-speed Acquisition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Sampling and Quantization of Analog Signals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ADC;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Transporting data to next work platform;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87DCDF71-0F6F-31F2-E734-5BDD6F2EA8FF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Optical Communication Receiver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Communicating with the acquisition card;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SFP+ with protocol such as Ethernet, Aurora and so on;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Acting as an assistant to speed up the data processing workflow;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Collaborating with the server for data uplink and downlink;</a:t>
            </a:r>
          </a:p>
        </p:txBody>
      </p:sp>
      <p:pic>
        <p:nvPicPr>
          <p:cNvPr id="27" name="图片 5">
            <a:extLst>
              <a:ext uri="{FF2B5EF4-FFF2-40B4-BE49-F238E27FC236}">
                <a16:creationId xmlns:a16="http://schemas.microsoft.com/office/drawing/2014/main" id="{7DE7C564-845A-8C81-D0BA-16A0FFCA0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7179" y="78822"/>
            <a:ext cx="1604915" cy="14029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17697-36BD-9FA7-05A9-312CE83A7ACD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CF566C-B6D6-7A1B-8D6E-25424A8F8B1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8ED001-AD53-95D6-9621-8BDEB2523D62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DDF753-2B35-BDDC-7305-343252EE65AF}"/>
              </a:ext>
            </a:extLst>
          </p:cNvPr>
          <p:cNvSpPr txBox="1">
            <a:spLocks/>
          </p:cNvSpPr>
          <p:nvPr/>
        </p:nvSpPr>
        <p:spPr>
          <a:xfrm>
            <a:off x="10272665" y="1903396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7DA3F4-5BA7-5AC7-32EE-30BE8BCCC52D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1446499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38D778A-8127-2BE9-4B89-367B7254BD64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E1987A-1DD0-53C0-FC04-7F242C3711DE}"/>
              </a:ext>
            </a:extLst>
          </p:cNvPr>
          <p:cNvSpPr txBox="1">
            <a:spLocks/>
          </p:cNvSpPr>
          <p:nvPr/>
        </p:nvSpPr>
        <p:spPr>
          <a:xfrm>
            <a:off x="1096156" y="4674511"/>
            <a:ext cx="123199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背景，简介摘要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74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480</Words>
  <Application>Microsoft Office PowerPoint</Application>
  <PresentationFormat>宽屏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Aharoni</vt:lpstr>
      <vt:lpstr>Aptos</vt:lpstr>
      <vt:lpstr>Aptos Display</vt:lpstr>
      <vt:lpstr>Arial</vt:lpstr>
      <vt:lpstr>Calibri</vt:lpstr>
      <vt:lpstr>Calibri Light</vt:lpstr>
      <vt:lpstr>Times New Roman</vt:lpstr>
      <vt:lpstr>微软雅黑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贤凯 李</cp:lastModifiedBy>
  <cp:revision>8</cp:revision>
  <dcterms:created xsi:type="dcterms:W3CDTF">2024-09-09T08:07:06Z</dcterms:created>
  <dcterms:modified xsi:type="dcterms:W3CDTF">2025-10-22T08:35:26Z</dcterms:modified>
</cp:coreProperties>
</file>